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deck for the REVOKE benchmark paper. Everything green was measured on our own runs this month; amber items are still to be filled by the full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4A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an Agent's Experience Expire When the Rules Do?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behavioural benchmark for procedural memory invalidation under rule evolution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progress · 13 September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Wentao Gao · The University of Texas at Arlington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06440"/>
            <a:ext cx="868680" cy="237744"/>
          </a:xfrm>
          <a:prstGeom prst="rect">
            <a:avLst/>
          </a:prstGeom>
          <a:solidFill>
            <a:srgbClr val="E6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5806440"/>
            <a:ext cx="868680" cy="237744"/>
          </a:xfrm>
          <a:prstGeom prst="rect">
            <a:avLst/>
          </a:prstGeom>
          <a:solidFill>
            <a:srgbClr val="FFF1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5788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key used throughout: green = measured on our own runs; amber = placeholder pending the full evaluation.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 memory benchmark 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rules of the world change, does what memory holds remain valid — and does behaviour show it?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memory middleware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49926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mem0, MemOS, Zep, OmniMemory. Evaluated by long-horizon QA (LoCoMo, LongMemEval): did the system remember correctly? StateMemBench adds revised state, but still grades answers, not actions.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214884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465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Self-evolving experiential memory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30552"/>
            <a:ext cx="499262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ExpeL, Agent Workflow Memory, Voyager, SkillWeaver, Dynamic Cheatsheet, MemEvolve. Evaluated by task success on GAIA / WebArena: did the agent get better at doing? Never tested against a world whose rules move.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2011680"/>
          </a:xfrm>
          <a:prstGeom prst="rect">
            <a:avLst/>
          </a:prstGeom>
          <a:solidFill>
            <a:srgbClr val="14181C"/>
          </a:solidFill>
          <a:ln w="12700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879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memory invalidation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distilled insight and consolidated workflow was validated under some particular world state. When constraints evolve, that experience does not expire on its own: it keeps being retrieved, and because it still works on the old distribution it survives success-driven selection. The counterintuitive pattern: more experience, more violations.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is computed, not annotated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layers: a persistent base of defeasible rules with priorities, and a derivation layer recomputed at every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2154" cy="196596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Ground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R_t → N_t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363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 every live rule over the sorted universe. Nodes are ground instances, so a rule defeated in one context stays valid in another.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32506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D86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79394" y="1645920"/>
            <a:ext cx="2602154" cy="196596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2274" y="17830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Defeat graph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2274" y="214884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→ 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2468880"/>
            <a:ext cx="22363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whenever two instances have complementary heads and π(n) &gt; π(m). Strict priorities: acyclic.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6326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D86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0148" y="1645920"/>
            <a:ext cx="2602154" cy="196596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3028" y="17830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Grounded extension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14884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E_t, D_t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2468880"/>
            <a:ext cx="22363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deletion to fixpoint (Dung 1995): unique, polynomial, deletion-order independent.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94013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D86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040901" y="1645920"/>
            <a:ext cx="2602154" cy="196596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3781" y="1783080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Closure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23781" y="2148840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3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223781" y="2468880"/>
            <a:ext cx="22363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forward chaining over survivors only, recomputed from scratch — no Delete-and-Rederive.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862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</a:t>
            </a:r>
            <a:pPr indent="0" marL="0">
              <a:buNone/>
            </a:pPr>
            <a:r>
              <a:rPr lang="en-US" sz="14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  C_t ∪ assert(a) derives a contradiction. Six events drive evolution: </a:t>
            </a:r>
            <a:pPr indent="0" marL="0">
              <a:buNone/>
            </a:pPr>
            <a:r>
              <a:rPr lang="en-US" sz="1400" b="1" dirty="0">
                <a:solidFill>
                  <a:srgbClr val="2F3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Supersede · Condition · Conflict · Support · Retract</a:t>
            </a:r>
            <a:pPr indent="0" marL="0">
              <a:buNone/>
            </a:pPr>
            <a:r>
              <a:rPr lang="en-US" sz="14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Support changes no rule text — it raises a priority, and a single increment can flip the whole extension. Permissive default: a silent closure is not a violation.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1094415" cy="777240"/>
          </a:xfrm>
          <a:prstGeom prst="rect">
            <a:avLst/>
          </a:prstGeom>
          <a:solidFill>
            <a:srgbClr val="E6F3EA"/>
          </a:solidFill>
          <a:ln w="12700">
            <a:solidFill>
              <a:srgbClr val="E6F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7492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judge anywhere. Grading is a boolean query over a recomputed closure; both worked examples of the design note run as executable tests of the engine.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generator is a graph traversal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event-subgraph motifs → randomised topological linearisation → ground truth re-scored by the solver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motif is a small, domain-agnostic event subgraph over allow/1, context predicates and grp/2; it emits an ordered chain of beats, each optionally followed by a probe (a task).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are mutually independent, so all beats form a DAG; the generator draws a weighted random linear extension and lays it on a session grid with filler, distractors and echo probes.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never the motif's intent: every probe is re-scored against the closure the solver actually produces at that session.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acceptance checks; failures are rejected, never repaired: consistency at every session, no must-violate probe, over-deletion guard, a stale-memory trap, rendered probes, self-containedness, priority recoverability.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600200"/>
          <a:ext cx="565373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2735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stale memory gets wrong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conflict_flip / support_threshold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priority increment re-permits a banned entity; no text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conditionalize / condition_widen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blanket ban narrows, then the qualifier disappears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retract_partial / group_dynamics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stated dozens of sessions earlier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 / stale_reminder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is not authority; reminders are not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/ derived / conjunctive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transitive, never-stated, or two-condition prohibitions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numeric limit that moves; the task carries a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regime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off-list use is a violation while the flag is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six worlds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and grader everywhere; the world contributes vocabulary, people and prose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82880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tier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31638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10–40 sessions, one team voice, obviously irrelevant filler. Saturated: a $0.02/M open model reaches CSR 0.98 with zero violations. Kept as the easy split.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182880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130552"/>
            <a:ext cx="31638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60–140 sessions, declared speaker hierarchy (rank beats recency), near-miss noise from people with no authority, nudged requesters, terse referential updates.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1828800"/>
          </a:xfrm>
          <a:prstGeom prst="rect">
            <a:avLst/>
          </a:prstGeom>
          <a:solidFill>
            <a:srgbClr val="E6E8F6"/>
          </a:solidFill>
          <a:ln w="9525">
            <a:solidFill>
              <a:srgbClr val="E6E8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tier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130552"/>
            <a:ext cx="31638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420–670 sessions rendered as a realistic record of 300k–1M tokens; 10–15 released tasks per episode drawn from a pool of 180–270.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011680"/>
                <a:gridCol w="43251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graded 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round &amp; nursing handover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administer one drug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#platform-release chat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one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crit notes + design-system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one 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Care-circle group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one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Live-service game narrative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one story beat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minute book (AI notetaker)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work through one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 tier: a rule history laid onto a real document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is a JSON corpus of vocabulary and surface; the engine, events and grader are untouched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4173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layouts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4992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Sectioned: rules under a Decisions heading, chatter under Discussion (including decision-phrased lines from people with no authority), the task under Action Items. Flat: one stream with a speaker on every line and nothing marking what is a rule.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14173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465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Filler that cannot change the closure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30552"/>
            <a:ext cx="4992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templates with a product of ~10⁹ lines: filler never names a governed entity and never uses the rule register. Both invariants are enforced by a validator and again by the padder. Duplication in the release build: 1.1–2.1%.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94960" cy="14173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3467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neutrality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730752"/>
            <a:ext cx="4992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decides who speaks a rule template — often a rank-1 person — so no template may claim an authority the grader will not grant its speaker. The first corpora had 69 such lines; the validator now rejects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200400"/>
            <a:ext cx="5394960" cy="14173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346704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 with arcs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730752"/>
            <a:ext cx="4992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always-approved anchors that keep every task completable now carry rank-3 ban/reinstate arcs, and the selector avoids tasks answerable by "approved early, never restricted": 48/50 pilot tasks were of that kind; 19/1202 released tasks 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94415" cy="114300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56048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pool.  </a:t>
            </a:r>
            <a:pPr indent="0" marL="0">
              <a:buNone/>
            </a:pPr>
            <a:r>
              <a:rPr lang="en-US" sz="13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episode ships its full pool of generated tasks (session, options, labels, difficulty, rendered task text). The released 10–15 are one selection; </a:t>
            </a:r>
            <a:pPr indent="0" marL="0">
              <a:buNone/>
            </a:pPr>
            <a:r>
              <a:rPr lang="en-US" sz="1300" dirty="0">
                <a:solidFill>
                  <a:srgbClr val="2F3A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scripts/reselect_probes.py</a:t>
            </a:r>
            <a:pPr indent="0" marL="0">
              <a:buNone/>
            </a:pPr>
            <a:r>
              <a:rPr lang="en-US" sz="13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another from the same history, graded by the same code.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status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long-tier release was built on 12 September: one run, eight processes, no failed seed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long-tier episodes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tasks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21,996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the pools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D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62.7M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total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1188720"/>
                <a:gridCol w="1280160"/>
                <a:gridCol w="1554480"/>
                <a:gridCol w="1371600"/>
                <a:gridCol w="139903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/ ep.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traps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span &gt;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344k–371k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490k–520k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637k–671k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785k–821k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53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897k–934k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released: 1,000 easy-tier episodes (17,702 graded decisions). Hard tier and the five-episode long-tier pilot (v1, v2) are kept as pilots. Real prompt tokens at the API are within 3% of the estimate; the top band stays under every 1M window.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and metrics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blind view reaches an agent; the grader rebuilds ground truth from the event log and never trusts cached labels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92608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conditions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30552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whole transcript in context (upper bound).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compact-K — one agent runs the episode continuously; as the K-token budget overflows, the oldest sessions are rewritten into bounded running notes (≤ K/2) it must later act 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— drop without notes (ablation only). Middleware and experiential systems: planned.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66160" cy="292608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7136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 per task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17136" y="2130552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acted on an option the closure positively licenses (allow(e) ∈ C_t).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— the action contradicts the closure.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abstained — neither. Violation alone hides paralysis: a compacting agent that refuses 58% of tasks looks clean.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66160" cy="292608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score and weight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130552"/>
            <a:ext cx="31638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score +1 / 0 / −1, weighted and averaged into [−1, 1]; negative = worse than never acting.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 + 1.0·[span &gt; 200] + 0.8·[trap] + 0.4·(n_viol − 1)⁺ − 0.3·(n_lic − 1)⁺, floor 0.3 — from ground truth alone. Position is deliberately not a feature.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94415" cy="123444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84632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action.  </a:t>
            </a:r>
            <a:pPr indent="0" marL="0">
              <a:buNone/>
            </a:pPr>
            <a:r>
              <a:rPr lang="en-US" sz="13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tool's argument must name one entity: an exact name, or a short single-line phrase naming exactly one (leading article ignored). A paragraph that enumerates the options before declining is a refusal → abstention. This rule was forced by the pilot: substring matching had scored 53% of one condition's refusals as violations.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Scripted reference policies on all 1,202 released tasks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calls; the floor, the ceiling, and proof that the benchmark separates the behaviours it claims 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457200"/>
            <a:ext cx="868680" cy="237744"/>
          </a:xfrm>
          <a:prstGeom prst="rect">
            <a:avLst/>
          </a:prstGeom>
          <a:solidFill>
            <a:srgbClr val="E6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of every task, by policy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011680"/>
            <a:ext cx="4297680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011680"/>
            <a:ext cx="429768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78608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2578608"/>
            <a:ext cx="3395167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578608"/>
            <a:ext cx="3395167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9807" y="2578608"/>
            <a:ext cx="902513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9807" y="2578608"/>
            <a:ext cx="902513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45536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145536"/>
            <a:ext cx="3610051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3145536"/>
            <a:ext cx="3610051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4691" y="3145536"/>
            <a:ext cx="687629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4691" y="3145536"/>
            <a:ext cx="687629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12464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712464"/>
            <a:ext cx="2707538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34640" y="3712464"/>
            <a:ext cx="270753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42178" y="3712464"/>
            <a:ext cx="988466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42178" y="3712464"/>
            <a:ext cx="98846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0645" y="3712464"/>
            <a:ext cx="601675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0645" y="3712464"/>
            <a:ext cx="60167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79392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4279392"/>
            <a:ext cx="4297680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4279392"/>
            <a:ext cx="429768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34640" y="5001768"/>
            <a:ext cx="146304" cy="146304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35808" y="4956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5001768"/>
            <a:ext cx="146304" cy="146304"/>
          </a:xfrm>
          <a:prstGeom prst="rect">
            <a:avLst/>
          </a:prstGeom>
          <a:solidFill>
            <a:srgbClr val="1D6B3A"/>
          </a:solidFill>
          <a:ln w="12700">
            <a:solidFill>
              <a:srgbClr val="1D6B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53128" y="4956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5001768"/>
            <a:ext cx="146304" cy="146304"/>
          </a:xfrm>
          <a:prstGeom prst="rect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70448" y="49560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91640"/>
          <a:ext cx="423641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22960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 viol.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— always a licensed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— replay last compliant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— most recently named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— uniform over options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— never 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3"/>
          <p:cNvSpPr txBox="1"/>
          <p:nvPr/>
        </p:nvSpPr>
        <p:spPr>
          <a:xfrm>
            <a:off x="7406640" y="4160520"/>
            <a:ext cx="4236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sets are tight — on average one licensed option among five — so random violates two tasks in three. The stale policy's trap violation of 0.96 is the number the benchmark exists to produce.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the whole record in context, no memory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episodes (368k–1018k), one seed, 50 tasks; every violation checked against the events that cause 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457200"/>
            <a:ext cx="868680" cy="237744"/>
          </a:xfrm>
          <a:prstGeom prst="rect">
            <a:avLst/>
          </a:prstGeom>
          <a:solidFill>
            <a:srgbClr val="E6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episodes (released construction)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(20 tasks)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965960"/>
            <a:ext cx="374904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9544" y="1965960"/>
            <a:ext cx="3374136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1965960"/>
            <a:ext cx="337413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32888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532888"/>
            <a:ext cx="1274674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2532888"/>
            <a:ext cx="1274674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09314" y="2532888"/>
            <a:ext cx="1649578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09314" y="2532888"/>
            <a:ext cx="164957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58891" y="2532888"/>
            <a:ext cx="824789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58891" y="2532888"/>
            <a:ext cx="824789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99816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glm-5.3-flash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099816"/>
            <a:ext cx="1499616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3099816"/>
            <a:ext cx="149961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34256" y="3099816"/>
            <a:ext cx="1424635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34256" y="3099816"/>
            <a:ext cx="142463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58891" y="3099816"/>
            <a:ext cx="824789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58891" y="3099816"/>
            <a:ext cx="824789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666744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qwen3.7-flash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34640" y="3666744"/>
            <a:ext cx="2774290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3666744"/>
            <a:ext cx="277429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08930" y="3666744"/>
            <a:ext cx="712318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08930" y="3666744"/>
            <a:ext cx="71231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21247" y="3666744"/>
            <a:ext cx="224942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4389120"/>
            <a:ext cx="146304" cy="146304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5808" y="43434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4389120"/>
            <a:ext cx="146304" cy="146304"/>
          </a:xfrm>
          <a:prstGeom prst="rect">
            <a:avLst/>
          </a:prstGeom>
          <a:solidFill>
            <a:srgbClr val="1D6B3A"/>
          </a:solidFill>
          <a:ln w="12700">
            <a:solidFill>
              <a:srgbClr val="1D6B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53128" y="43434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4389120"/>
            <a:ext cx="146304" cy="146304"/>
          </a:xfrm>
          <a:prstGeom prst="rect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70448" y="43434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45920"/>
          <a:ext cx="4785055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 · frontier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deepseek-v4-pro · pro (v1)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glm-5.3 · pro (v1)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deepseek-v4-flash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glm-5.3-flash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qwen3.7-flash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6858000" y="4343400"/>
            <a:ext cx="4785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backbone, one ordering, on both builds and across worlds. glm-5.3-flash's −0.04 exam score says that with the entire transcript available it did slightly worse than an agent that never acts. Cost: fifty million-token tasks grade for $1–3 on the flash tier; $12 per 20 tasks for gpt-5.5.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from reading every violation — one of them about our own construction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457200"/>
            <a:ext cx="868680" cy="237744"/>
          </a:xfrm>
          <a:prstGeom prst="rect">
            <a:avLst/>
          </a:prstGeom>
          <a:solidFill>
            <a:srgbClr val="E6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43891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 with an on/off state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30552"/>
            <a:ext cx="31638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certification regime — a rank-3 rule stated in session 6–8: while a flag is on, only listed options may be used; the flag toggles every few dozen sessions and the list is amended.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behind 16 of glm's 20 violations, 16 of deepseek's 17, 30 of qwen's 35, and 1 of gpt-5.5's 2. Models read the rule, watch the list change, then act as if the flag were off.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rank-0 nudge ("refunds-async should be fine, no?") was followed into a violation on 10 of 28 nudged tasks.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566160" cy="4389120"/>
          </a:xfrm>
          <a:prstGeom prst="rect">
            <a:avLst/>
          </a:prstGeom>
          <a:solidFill>
            <a:srgbClr val="F4F5F3"/>
          </a:solidFill>
          <a:ln w="9525">
            <a:solidFill>
              <a:srgbClr val="D9DE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7136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Structure, not length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17136" y="2130552"/>
            <a:ext cx="31638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1018k narrative review is not the hardest episode for any model; for glm-5.3-flash it is the easiest (violation 0.30, exam +0.41).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flat chat exports and the design log are the hardest: a rule that arrives as one line among a hundred, from a speaker whose rank has to be looked up, with nothing marking it as a decision.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comes from the record's structure and the state's history.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3296" y="1600200"/>
            <a:ext cx="3566160" cy="4389120"/>
          </a:xfrm>
          <a:prstGeom prst="rect">
            <a:avLst/>
          </a:prstGeom>
          <a:solidFill>
            <a:srgbClr val="E6E8F6"/>
          </a:solidFill>
          <a:ln w="9525">
            <a:solidFill>
              <a:srgbClr val="E6E8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746504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anchor lesson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130552"/>
            <a:ext cx="316382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build, 48 of 50 tasks had as their only licensed option an entity approved in session 2–4 and never restricted since. gpt-5.5 found those by absence: 30/30 correct, without tracking anything.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now carry ban/reinstate arcs and the selector avoids never-restricted tasks: 1/50 pilot, 19/1202 release.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tier unaffected (0.36–0.66 → 0.34–0.74); the frontier model went from 0 to 2 violations in 20, both 350+ sessions after the rule they broke.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one agent, the whole episode, a bounded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glm-5.3-flash running each v2 episode continuously; material leaving the context is rewritten into notes it must act on later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774375" y="457200"/>
            <a:ext cx="868680" cy="237744"/>
          </a:xfrm>
          <a:prstGeom prst="rect">
            <a:avLst/>
          </a:prstGeom>
          <a:solidFill>
            <a:srgbClr val="E6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D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tasks per condition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965960"/>
            <a:ext cx="1499616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965960"/>
            <a:ext cx="149961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34256" y="1965960"/>
            <a:ext cx="1424635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4256" y="1965960"/>
            <a:ext cx="1424635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58891" y="1965960"/>
            <a:ext cx="824789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58891" y="1965960"/>
            <a:ext cx="824789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532888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compact-2k · keep 55% · notes ≤1.2k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2532888"/>
            <a:ext cx="974750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34640" y="2532888"/>
            <a:ext cx="97475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09390" y="2532888"/>
            <a:ext cx="599846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09390" y="2532888"/>
            <a:ext cx="59984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09237" y="2532888"/>
            <a:ext cx="2174443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09237" y="2532888"/>
            <a:ext cx="2174443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99816"/>
            <a:ext cx="2148840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compact-8k · keep 93% · notes ≤4k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3099816"/>
            <a:ext cx="1049731" cy="351495"/>
          </a:xfrm>
          <a:prstGeom prst="rect">
            <a:avLst/>
          </a:prstGeom>
          <a:solidFill>
            <a:srgbClr val="B3261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3099816"/>
            <a:ext cx="1049731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84371" y="3099816"/>
            <a:ext cx="1499616" cy="351495"/>
          </a:xfrm>
          <a:prstGeom prst="rect">
            <a:avLst/>
          </a:prstGeom>
          <a:solidFill>
            <a:srgbClr val="1D6B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84371" y="3099816"/>
            <a:ext cx="149961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83987" y="3099816"/>
            <a:ext cx="1199693" cy="351495"/>
          </a:xfrm>
          <a:prstGeom prst="rect">
            <a:avLst/>
          </a:prstGeom>
          <a:solidFill>
            <a:srgbClr val="B9BE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3987" y="3099816"/>
            <a:ext cx="1199693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34640" y="3822192"/>
            <a:ext cx="146304" cy="146304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35808" y="3776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822192"/>
            <a:ext cx="146304" cy="146304"/>
          </a:xfrm>
          <a:prstGeom prst="rect">
            <a:avLst/>
          </a:prstGeom>
          <a:solidFill>
            <a:srgbClr val="1D6B3A"/>
          </a:solidFill>
          <a:ln w="12700">
            <a:solidFill>
              <a:srgbClr val="1D6B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53128" y="3776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822192"/>
            <a:ext cx="146304" cy="146304"/>
          </a:xfrm>
          <a:prstGeom prst="rect">
            <a:avLst/>
          </a:prstGeom>
          <a:solidFill>
            <a:srgbClr val="B9BEC4"/>
          </a:solidFill>
          <a:ln w="12700">
            <a:solidFill>
              <a:srgbClr val="B9BEC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70448" y="3776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45920"/>
          <a:ext cx="47850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280160"/>
                <a:gridCol w="1124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Compactions / ep.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at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368k–1018k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compact-2k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compact-8k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418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 txBox="1"/>
          <p:nvPr/>
        </p:nvSpPr>
        <p:spPr>
          <a:xfrm>
            <a:off x="6858000" y="3383280"/>
            <a:ext cx="47850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 memory lowers violation below full context (0.40 → 0.26–0.28), reproducing the shorter tier's finding — but the 2k budget does it by abstaining on 58% of tasks. The 8k budget with ~400 small compactions per episode is the only condition on which this backbone scores above zero.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5532120"/>
            <a:ext cx="11094415" cy="502920"/>
          </a:xfrm>
          <a:prstGeom prst="rect">
            <a:avLst/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5559552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lesson: left to itself the model grew its notes by 2–3k characters per session until the notes alone exceeded the budget. Notes are now capped at half the budget with a condensing pass; the unbounded runs were discarded.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paper stands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v0.4 in HTML and as an ICLR 2027 LaTeX project; the construction and the pilot are written, the main table is not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/>
          </a:prstGeom>
          <a:solidFill>
            <a:srgbClr val="E6F3EA"/>
          </a:solidFill>
          <a:ln w="12700">
            <a:solidFill>
              <a:srgbClr val="E6F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and measured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Formalisation, worked example, properties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Generator, motif library, acceptance checks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tier: corpora, layouts, invariants, task pool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three outcomes, exam score, weight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policies on 1,202 tasks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7 backbones, 2 memory conditions, causes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reproducibility statement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viewer, reselection, manifest, release README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4434840"/>
          </a:xfrm>
          <a:prstGeom prst="rect">
            <a:avLst/>
          </a:prstGeom>
          <a:solidFill>
            <a:srgbClr val="FFF1CC"/>
          </a:solidFill>
          <a:ln w="12700">
            <a:solidFill>
              <a:srgbClr val="FFF1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Placeholders awaiting the full evaluation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9456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 table across memory systems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and experiential conditions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backbones under compaction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decomposition, lag, interference, attribution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sample (~100 tasks, κ)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bibliography stubs (StateMemBench, MemEvolve, EvolveLab)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 in abstract and conclusion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· paper progress · 13 Sep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D8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206240"/>
          </a:xfrm>
          <a:prstGeom prst="rect">
            <a:avLst/>
          </a:prstGeom>
          <a:solidFill>
            <a:srgbClr val="1F262D"/>
          </a:solidFill>
          <a:ln w="9525">
            <a:solidFill>
              <a:srgbClr val="2A3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A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the release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tier, full context, 100 episodes: ≈ $30 for three vendors.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tier: ≈ $25.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on a 20-episode stratified sample: ≈ $60.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compact grid: ≈ $130.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under compaction is the open cost question ($30/M output × 400 note-writing calls per episode).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8218" y="1417320"/>
            <a:ext cx="3515258" cy="4206240"/>
          </a:xfrm>
          <a:prstGeom prst="rect">
            <a:avLst/>
          </a:prstGeom>
          <a:solidFill>
            <a:srgbClr val="1F262D"/>
          </a:solidFill>
          <a:ln w="9525">
            <a:solidFill>
              <a:srgbClr val="2A33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66818" y="157276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A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reviewer gaps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05740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on ~100 tasks with agreement κ.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filler registers and an LLM instantiation pass over the same event graph for surface realism.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and experiential conditions through the plain harness.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Episode-level confidence intervals (100 clusters).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7797" y="1417320"/>
            <a:ext cx="3515258" cy="4206240"/>
          </a:xfrm>
          <a:prstGeom prst="rect">
            <a:avLst/>
          </a:prstGeom>
          <a:solidFill>
            <a:srgbClr val="1F262D"/>
          </a:solidFill>
          <a:ln w="9525">
            <a:solidFill>
              <a:srgbClr val="2A3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6397" y="1572768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4AA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057400"/>
            <a:ext cx="305805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main table and the headline finding.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bibliography entries.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 ICLR 2027 main track (template ready); NeurIPS Datasets &amp; Benchmarks as the natural alternative.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github.com/Dextergao14/REVOKE — engine, generator, corpora, grader, 100-episode manifest, pilot runs, paper source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REVOKE — paper progress</dc:title>
  <dc:subject>PptxGenJS Presentation</dc:subject>
  <dc:creator>Wentao Gao</dc:creator>
  <cp:lastModifiedBy>Wentao Gao</cp:lastModifiedBy>
  <cp:revision>1</cp:revision>
  <dcterms:created xsi:type="dcterms:W3CDTF">2026-09-14T00:30:06Z</dcterms:created>
  <dcterms:modified xsi:type="dcterms:W3CDTF">2026-09-14T00:30:06Z</dcterms:modified>
</cp:coreProperties>
</file>